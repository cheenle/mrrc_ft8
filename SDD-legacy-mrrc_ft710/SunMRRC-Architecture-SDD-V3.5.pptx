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SunMRRC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9BE0"/>
                </a:solidFill>
                <a:latin typeface="Arial"/>
              </a:defRPr>
            </a:pPr>
            <a:r>
              <a:t>Software Design Description  ·  V3.5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SunSDR2 DX  ·  Web-Based Mobile Remote Radio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114800"/>
            <a:ext cx="1828800" cy="13716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297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BE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09A"/>
                </a:solidFill>
                <a:latin typeface="Arial"/>
              </a:defRPr>
            </a:pPr>
            <a:r>
              <a:t>SDD Chapters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114800"/>
            <a:ext cx="1828800" cy="13716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4297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BE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09A"/>
                </a:solidFill>
                <a:latin typeface="Arial"/>
              </a:defRPr>
            </a:pPr>
            <a:r>
              <a:t>Architecture</a:t>
            </a:r>
            <a:br/>
            <a:r>
              <a:t>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114800"/>
            <a:ext cx="1828800" cy="13716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4297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BE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09A"/>
                </a:solidFill>
                <a:latin typeface="Arial"/>
              </a:defRPr>
            </a:pPr>
            <a:r>
              <a:t>WebSocket</a:t>
            </a:r>
            <a:br/>
            <a:r>
              <a:t>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114800"/>
            <a:ext cx="1828800" cy="13716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4297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BE0"/>
                </a:solidFill>
                <a:latin typeface="Arial"/>
              </a:defRPr>
            </a:pPr>
            <a:r>
              <a:t>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09A"/>
                </a:solidFill>
                <a:latin typeface="Arial"/>
              </a:defRPr>
            </a:pPr>
            <a:r>
              <a:t>SSB Power</a:t>
            </a:r>
            <a:br/>
            <a:r>
              <a:t>Efficiency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59" y="4114800"/>
            <a:ext cx="1828800" cy="13716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19" y="42976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BE0"/>
                </a:solidFill>
                <a:latin typeface="Arial"/>
              </a:defRPr>
            </a:pPr>
            <a:r>
              <a:t>4.5/5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19" y="4937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09A"/>
                </a:solidFill>
                <a:latin typeface="Arial"/>
              </a:defRPr>
            </a:pPr>
            <a:r>
              <a:t>TX Audio</a:t>
            </a:r>
            <a:br/>
            <a:r>
              <a:t>MOS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June 30, 2026  ·  Target: iPhone iOS Safari  ·  HTTPS/WSS with SharedArrayBuffer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01.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What SunMRRC is and what changed in V3.5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12801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20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EC4"/>
                </a:solidFill>
                <a:latin typeface="Arial"/>
              </a:defRPr>
            </a:pPr>
            <a:r>
              <a:t>HTTPS/WSS web server providing real-time remote control of SunSDR2 DX transceiver from iPhone/iOS Safari. Features: real-time spectrum waterfall, RX audio streaming (Opus 16kHz), TX voice modulation (Python Hilbert SSB), PTT management, ADIF logbook.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12801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08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V3.5 Major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EC4"/>
                </a:solidFill>
                <a:latin typeface="Arial"/>
              </a:defRPr>
            </a:pPr>
            <a:r>
              <a:t>WDSP TX C-chain removed (Python Hilbert sole SSB path). SharedArrayBuffer ring buffer for zero-main-thread TX audio. 300Hz 4th-order Butterworth HPF for 96% SSB efficiency (was 69%). COEP credentialless for Safari Worker compatibility. Continuous DC blocker replacing per-frame subtraction.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2801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63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Verified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29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EC4"/>
                </a:solidFill>
                <a:latin typeface="Arial"/>
              </a:defRPr>
            </a:pPr>
            <a:r>
              <a:t>TX IQ peak=0.69 RMS=0.68 @100% drive. 37dB SNR. Zero frame dropouts across 340 frames. SSB band efficiency 96%. MOS audio quality score: 4.5/5.0. SAB ring buffer: 1.024s @ 16kHz.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02. 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System context, logical flow, RX &amp; TX signal chains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828800" cy="100584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iOS Safari</a:t>
            </a:r>
            <a:br/>
            <a: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194560" cy="100584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FastAPI</a:t>
            </a:r>
            <a:br/>
            <a:r>
              <a:t>SunMRRC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2011680" cy="100584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SunSDR2DX</a:t>
            </a:r>
            <a:br/>
            <a:r>
              <a:t>Client (UDP)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1828800" cy="100584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SunSDR2 DX</a:t>
            </a:r>
            <a:br/>
            <a:r>
              <a:t>Hardware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2057400"/>
            <a:ext cx="731520" cy="22860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669280" y="2057400"/>
            <a:ext cx="731520" cy="22860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595360" y="2057400"/>
            <a:ext cx="731520" cy="22860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029200" cy="2926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Arial"/>
              </a:defRPr>
            </a:pPr>
            <a:r>
              <a:t>RX Signal Chain (Server Side)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IQ UDP (port 50002)</a:t>
            </a:r>
            <a:br/>
            <a:r>
              <a:t>  → StreamProcessor</a:t>
            </a:r>
            <a:br/>
            <a:r>
              <a:t>    → SpectrumProcessor (FFT 2048) → /WSspectrum</a:t>
            </a:r>
            <a:br/>
            <a:r>
              <a:t>    → AudioDemodulator (SSB/AM/FM + WDSP RX)</a:t>
            </a:r>
            <a:br/>
            <a:r>
              <a:t>      → Opus Encode → /WSaudioRX</a:t>
            </a:r>
            <a:br/>
            <a:br/>
            <a:r>
              <a:t>WDSP: AGC(SLOW) + NR2(level 50) + NB + ANF</a:t>
            </a:r>
            <a:br/>
            <a:r>
              <a:t>S-Meter: GetRXAMeter(ch0, 0) → frontend S-meter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212080" cy="2926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TX Signal Chain (End-to-End)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Mic → AudioWorklet (48k→16k downsampling)</a:t>
            </a:r>
            <a:br/>
            <a:r>
              <a:t>  → SAB Ring Buffer (16384 float32, lock-free SPSC)</a:t>
            </a:r>
            <a:br/>
            <a:r>
              <a:t>  → Opus Worker (poll 3ms → Opus 28kbps → WS)</a:t>
            </a:r>
            <a:br/>
            <a:r>
              <a:t>  → /WSaudioTX → DC Blocker (20Hz IIR)</a:t>
            </a:r>
            <a:br/>
            <a:r>
              <a:t>  → 300Hz HPF (4th-order Butterworth)</a:t>
            </a:r>
            <a:br/>
            <a:r>
              <a:t>  → Anti-alias LPF (3.6kHz 4th-order BW)</a:t>
            </a:r>
            <a:br/>
            <a:r>
              <a:t>  → Resample 16k→15625 → Python Hilbert SSB</a:t>
            </a:r>
            <a:br/>
            <a:r>
              <a:t>  → Drive Gain ×2.8 → tanh Limiter</a:t>
            </a:r>
            <a:br/>
            <a:r>
              <a:t>  → 24-bit IQ Encode → UDP 0xFFFD →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03.  Component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Key modules and their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73152" cy="82296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E0"/>
                </a:solidFill>
                <a:latin typeface="Arial"/>
              </a:defRPr>
            </a:pPr>
            <a:r>
              <a:t>Server + WebSockets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sunmrrc/server.py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FastAPI, lifespan, 5 WS, IQ loop, audio/spectrum broadcast, COOP/COEP middleware, pre-bound IQ socket, dedicated keep-alive thread.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1069848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Arial"/>
              </a:defRPr>
            </a:pPr>
            <a:r>
              <a:t>Radio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web_control/sunsdr_direct.py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163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SunSDR2 DX UDP protocol: boot, heartbeat (0x0018), freq/PTT/AGC, DRIVE (0x0017) with sqrt taper.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69848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DSP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web_control/dsp.py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StreamProcessor → SpectrumProcessor (FFT 2048) + AudioDemodulator (SSB/AM/FM + WDSP RX). TX: TXModulator with Python Hilbert SSB, 300Hz HPF, tanh limiter. WDSP RX-only.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1069848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73152" cy="82296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0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sunmrrc/static/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280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controls.js (WS+audio+waterfall), mobile.js (UI), tx_capture_worklet.js (SAB producer), tx_opus_worker.js (SAB consumer+Opus+WS).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486400"/>
            <a:ext cx="73152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Arial"/>
              </a:defRPr>
            </a:pPr>
            <a:r>
              <a:t>WDSP Wrapper (RX-only)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web_control/wdsp_wrapper.py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3387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Optional libwdsp.dylib ctypes. Ch0=RX audio (AGC,NR2,NB,ANF). Ch1=RX IQ (IF-SDR). WDSP TX C-chain (ch2) removed V3.5.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04.  TX Audio Chain — SAB Ring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Zero-main-thread: AudioWorklet → SharedArrayBuffer → Opus Worker → WebSocket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463040" cy="91440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Microphone</a:t>
            </a:r>
            <a:br/>
            <a:r>
              <a:t>48kHz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463040"/>
            <a:ext cx="2011680" cy="128016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AudioWorklet</a:t>
            </a:r>
            <a:br/>
            <a:r>
              <a:t>48k→16k float32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2011680" cy="1280160"/>
          </a:xfrm>
          <a:prstGeom prst="round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SAB Ring Buffer</a:t>
            </a:r>
            <a:br/>
            <a:r>
              <a:t>16384 float32</a:t>
            </a:r>
            <a:br/>
            <a:r>
              <a:t>1.024s @ 16kHz</a:t>
            </a:r>
            <a:br/>
            <a:r>
              <a:t>Lock-free SPSC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463040"/>
            <a:ext cx="2011680" cy="12801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Opus Worker</a:t>
            </a:r>
            <a:br/>
            <a:r>
              <a:t>Poll 3ms</a:t>
            </a:r>
            <a:br/>
            <a:r>
              <a:t>Opus 28kbps</a:t>
            </a:r>
            <a:br/>
            <a:r>
              <a:t>Own WebSocket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463040"/>
            <a:ext cx="2011680" cy="12801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/WSaudioTX</a:t>
            </a:r>
            <a:br/>
            <a:r>
              <a:t>Tagged frames</a:t>
            </a:r>
            <a:br/>
            <a:r>
              <a:t>0x01=Opus 16kHz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20240" y="1828800"/>
            <a:ext cx="320040" cy="18288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297680" y="1828800"/>
            <a:ext cx="320040" cy="18288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6675120" y="1828800"/>
            <a:ext cx="320040" cy="18288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9052560" y="1828800"/>
            <a:ext cx="320040" cy="182880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5303520" cy="32004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0FF"/>
                </a:solidFill>
                <a:latin typeface="Arial"/>
              </a:defRPr>
            </a:pPr>
            <a:r>
              <a:t>SAB Ring Buffer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Layout: word[0]=write_pos (U32), word[1]=read_pos,</a:t>
            </a:r>
            <a:br/>
            <a:r>
              <a:t>  word[2+]=float32[16384] (power-of-2 for fast &amp;)</a:t>
            </a:r>
            <a:br/>
            <a:br/>
            <a:r>
              <a:t>Producer (AudioWorklet):</a:t>
            </a:r>
            <a:br/>
            <a:r>
              <a:t>  process() @ 128 samples/48kHz quantum</a:t>
            </a:r>
            <a:br/>
            <a:r>
              <a:t>  3:1 box-average decimation → 160@16kHz</a:t>
            </a:r>
            <a:br/>
            <a:r>
              <a:t>  writeRing(samples,n) → Atomics.store(writePtr)</a:t>
            </a:r>
            <a:br/>
            <a:br/>
            <a:r>
              <a:t>Consumer (Opus Worker):</a:t>
            </a:r>
            <a:br/>
            <a:r>
              <a:t>  setInterval(pollSAB, 3ms)</a:t>
            </a:r>
            <a:br/>
            <a:r>
              <a:t>  sabAvailable() → sabRead(320) → encodeAndSend</a:t>
            </a:r>
            <a:br/>
            <a:br/>
            <a:r>
              <a:t>COOP/COEP: credentialless (not require-corp)</a:t>
            </a:r>
            <a:br/>
            <a:r>
              <a:t>  Safari importScripts() compat for Opus WASM</a:t>
            </a:r>
            <a:br/>
            <a:br/>
            <a:r>
              <a:t>Fallback: postMessage Int16Array if no SAB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5212080" cy="32004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Key Design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1. Zero main-thread path → GC pauses cannot</a:t>
            </a:r>
            <a:br/>
            <a:r>
              <a:t>   stall TX audio stream</a:t>
            </a:r>
            <a:br/>
            <a:br/>
            <a:r>
              <a:t>2. Lock-free SPSC via Atomics — no mutex,</a:t>
            </a:r>
            <a:br/>
            <a:r>
              <a:t>   no postMessage overhead for audio samples</a:t>
            </a:r>
            <a:br/>
            <a:br/>
            <a:r>
              <a:t>3. 1.024s buffer depth — survives worst-case</a:t>
            </a:r>
            <a:br/>
            <a:r>
              <a:t>   287ms browser GC pause (logged in prod)</a:t>
            </a:r>
            <a:br/>
            <a:br/>
            <a:r>
              <a:t>4. Worker-owned WebSocket — main thread</a:t>
            </a:r>
            <a:br/>
            <a:r>
              <a:t>   never touches /WSaudioTX in SAB path</a:t>
            </a:r>
            <a:br/>
            <a:br/>
            <a:r>
              <a:t>5. COEP credentialless + CORP cross-origin</a:t>
            </a:r>
            <a:br/>
            <a:r>
              <a:t>   headers ensure Safari compat</a:t>
            </a:r>
            <a:br/>
            <a:br/>
            <a:r>
              <a:t>6. SAB sent BEFORE start message to Worker —</a:t>
            </a:r>
            <a:br/>
            <a:r>
              <a:t>   startPolling() always has _sab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TX Audio Chain  ·  SAB Ring Buffer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05.  TX Signal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10 stages — from Opus-decoded PCM to 24-bit IQ packets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</a:t>
            </a:r>
            <a:br/>
            <a:r>
              <a:t>Opus</a:t>
            </a:r>
            <a:br/>
            <a:r>
              <a:t>Decode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32588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  <a:br/>
            <a:r>
              <a:t>DC Blocker</a:t>
            </a:r>
            <a:br/>
            <a:r>
              <a:t>20Hz IIR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51760" y="1463040"/>
            <a:ext cx="1051560" cy="10972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  <a:br/>
            <a:r>
              <a:t>300Hz HPF</a:t>
            </a:r>
            <a:br/>
            <a:r>
              <a:t>4th-order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332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4048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  <a:br/>
            <a:r>
              <a:t>Anti-alias</a:t>
            </a:r>
            <a:br/>
            <a:r>
              <a:t>LPF 3.6kHz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9204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  <a:br/>
            <a:r>
              <a:t>Resampler</a:t>
            </a:r>
            <a:br/>
            <a:r>
              <a:t>16k→15625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076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1051560" cy="10972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  <a:br/>
            <a:r>
              <a:t>Hilbert</a:t>
            </a:r>
            <a:br/>
            <a:r>
              <a:t>SSB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6948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  <a:br/>
            <a:r>
              <a:t>Drive Gain</a:t>
            </a:r>
            <a:br/>
            <a:r>
              <a:t>×2.8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5820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9536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  <a:br/>
            <a:r>
              <a:t>tanh</a:t>
            </a:r>
            <a:br/>
            <a:r>
              <a:t>Limiter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64692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8408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  <a:br/>
            <a:r>
              <a:t>Amplitude</a:t>
            </a:r>
            <a:br/>
            <a:r>
              <a:t>Ramp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835640" y="1828800"/>
            <a:ext cx="137160" cy="109728"/>
          </a:xfrm>
          <a:prstGeom prst="rightArrow">
            <a:avLst/>
          </a:prstGeom>
          <a:solidFill>
            <a:srgbClr val="889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0" y="1463040"/>
            <a:ext cx="1051560" cy="10972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  <a:br/>
            <a:r>
              <a:t>24-bit</a:t>
            </a:r>
            <a:br/>
            <a:r>
              <a:t>Encode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5669280" cy="347472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63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E0"/>
                </a:solidFill>
                <a:latin typeface="Arial"/>
              </a:defRPr>
            </a:pPr>
            <a:r>
              <a:t>Filter Specifications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29000"/>
            <a:ext cx="5212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DC Blocker (Stage 1):</a:t>
            </a:r>
            <a:br/>
            <a:r>
              <a:t>  H(z)=(1-z⁻¹)/(1-R·z⁻¹), R=exp(-2π·20/fs)</a:t>
            </a:r>
            <a:br/>
            <a:r>
              <a:t>  First-order IIR, continuous state across calls</a:t>
            </a:r>
            <a:br/>
            <a:r>
              <a:t>  Replaces per-frame x-=x.mean() — removed</a:t>
            </a:r>
            <a:br/>
            <a:r>
              <a:t>  clicks at 76% of 20ms frame boundaries</a:t>
            </a:r>
            <a:br/>
            <a:br/>
            <a:r>
              <a:t>300Hz HPF (Stage 2): ★ NEW in V3.5</a:t>
            </a:r>
            <a:br/>
            <a:r>
              <a:t>  4th-order Butterworth, SOS topology</a:t>
            </a:r>
            <a:br/>
            <a:r>
              <a:t>  Reduces sub-300Hz: 30.4% → 3.7% of total</a:t>
            </a:r>
            <a:br/>
            <a:r>
              <a:t>  SSB band efficiency: 69% → 96%</a:t>
            </a:r>
            <a:br/>
            <a:r>
              <a:t>  Reclaims ~15% PA headroom</a:t>
            </a:r>
            <a:br/>
            <a:br/>
            <a:r>
              <a:t>Anti-alias LPF (Stage 3):</a:t>
            </a:r>
            <a:br/>
            <a:r>
              <a:t>  4th-order Butterworth @ 3.6kHz</a:t>
            </a:r>
            <a:br/>
            <a:r>
              <a:t>  Prevents 7.8+ kHz folding into voice band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926080"/>
            <a:ext cx="5212080" cy="347472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063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Arial"/>
              </a:defRPr>
            </a:pPr>
            <a:r>
              <a:t>Modulation &amp; Level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42900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Python Hilbert Overlap-Save (Stage 5):</a:t>
            </a:r>
            <a:br/>
            <a:r>
              <a:t>  scipy.signal.hilbert() on 592-sample blocks</a:t>
            </a:r>
            <a:br/>
            <a:r>
              <a:t>  80-sample hop, 256-sample margin each side</a:t>
            </a:r>
            <a:br/>
            <a:r>
              <a:t>  Phase-continuous (0.20 rad jumps vs WDSP 1.24)</a:t>
            </a:r>
            <a:br/>
            <a:r>
              <a:t>  USB / LSB / AM mode support</a:t>
            </a:r>
            <a:br/>
            <a:br/>
            <a:r>
              <a:t>Drive Gain &amp; tanh Limiter (Stages 6-7):</a:t>
            </a:r>
            <a:br/>
            <a:r>
              <a:t>  TX_DRIVE_GAIN = 2.8 (tuned 3.0→3.5→2.8)</a:t>
            </a:r>
            <a:br/>
            <a:r>
              <a:t>  TX_IQ_PEAK = 1.0 (fixed soft-limit ceiling)</a:t>
            </a:r>
            <a:br/>
            <a:r>
              <a:t>  tanh(mag/ceiling)×ceiling — smooth saturation</a:t>
            </a:r>
            <a:br/>
            <a:r>
              <a:t>  Peak IQ: 0.69, RMS: 0.68 @100% drive</a:t>
            </a:r>
            <a:br/>
            <a:br/>
            <a:r>
              <a:t>Amplitude Ramp (Stage 8):</a:t>
            </a:r>
            <a:br/>
            <a:r>
              <a:t>  200-sample cosine fade-in/out</a:t>
            </a:r>
            <a:br/>
            <a:r>
              <a:t>  Prevents hard transients on PTT assert/release</a:t>
            </a:r>
            <a:br/>
            <a:br/>
            <a:r>
              <a:t>24-bit LE IQ Encode (Stage 9):</a:t>
            </a:r>
            <a:br/>
            <a:r>
              <a:t>  200 IQ × 6 bytes = 1200 bytes/packet</a:t>
            </a:r>
            <a:br/>
            <a:r>
              <a:t>  Packed as 24-bit signed LE 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TX Signal Processing  ·  10-Stage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06.  WebSocket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5 endpoints — bidirectional text, binary streaming, JSON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/WSCTRX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Bidirectional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7955279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002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Control: setFreq, setMode, setPTT, setDrive, setSampleRate, getWDSPStatus (RX-only), band/memory APIs. Broadcast to all ctrl_clients.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27432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/WSaudioRX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Server→Client binary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468880"/>
            <a:ext cx="7955279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6060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RX audio. 1-byte codec tag: 0x00=PCM 16kHz, 0x01=Opus 16kHz mono (~18-24kbps). Default Opus. Falls back to PCM if libopus missing.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74720"/>
            <a:ext cx="27432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/WSaudioTX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Client→Server binary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474720"/>
            <a:ext cx="7955279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36118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TX audio uplink. Opus-encoded from dedicated Worker-side WS (SAB path). Tag 0x01=Opus. Text: m: metadata, s: stop. Server ctypes Opus decoder. TX capture on PTT release.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27432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/WSspectrum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Server→Client binary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480560"/>
            <a:ext cx="7955279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461772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512 uint8 dB rows. 0=-120dB, 255=0dB. Server-side quantized. 512 B/frame @ 10Hz = 5KB/s.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486400"/>
            <a:ext cx="27432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/WSATR1000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Bidirectional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486400"/>
            <a:ext cx="7955279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56235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ATR-1000 tuner proxy (placeholder). Accepts connections. No hardware interface yet.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07.  TX Power &amp; Drive (0x0017)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Device drive control, IQ gain staging, and telemetry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E0"/>
                </a:solidFill>
                <a:latin typeface="Arial"/>
              </a:defRPr>
            </a:pPr>
            <a:r>
              <a:t>DRIVE Command (0x0017)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Byte: round(255×√(drive%/100)) — sqrt taper</a:t>
            </a:r>
            <a:br/>
            <a:r>
              <a:t>  10%→0x50, 50%→0xb4, 100%→0xff</a:t>
            </a:r>
            <a:br/>
            <a:br/>
            <a:r>
              <a:t>Packet: drive byte in TRAILING word, NOT payload</a:t>
            </a:r>
            <a:br/>
            <a:r>
              <a:t>  build_packet(DRIVE, data=b"", trailing=byte)</a:t>
            </a:r>
            <a:br/>
            <a:br/>
            <a:r>
              <a:t>Re-sent on every QSY + PTT assert</a:t>
            </a:r>
            <a:br/>
            <a:r>
              <a:t>  Device resets to per-band calibration otherwise</a:t>
            </a:r>
            <a:br/>
            <a:br/>
            <a:r>
              <a:t>Per-band power: band_power.json + /api/band_power</a:t>
            </a:r>
            <a:br/>
            <a:r>
              <a:t>  Frontend Band Power menu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Arial"/>
              </a:defRPr>
            </a:pPr>
            <a:r>
              <a:t>IQ Gain 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TX_IQ_PEAK = 1.0 (verified vs ExpertSDR3)</a:t>
            </a:r>
            <a:br/>
            <a:r>
              <a:t>TX_DRIVE_GAIN = 2.8 (tuned 3.0→3.5→2.8)</a:t>
            </a:r>
            <a:br/>
            <a:br/>
            <a:r>
              <a:t>Client: AudioTX_preamp = 1.5 (+3.5dB)</a:t>
            </a:r>
            <a:br/>
            <a:r>
              <a:t>  Reduced from 3.0 to avoid Int16 saturation</a:t>
            </a:r>
            <a:br/>
            <a:br/>
            <a:r>
              <a:t>300Hz HPF: reclaims ~15% PA headroom</a:t>
            </a:r>
            <a:br/>
            <a:r>
              <a:t>  Filters subsonic energy before gain stages</a:t>
            </a:r>
            <a:br/>
            <a:br/>
            <a:r>
              <a:t>IQ amplitude CONSTANT with drive %</a:t>
            </a:r>
            <a:br/>
            <a:r>
              <a:t>  Drive only scales RF power at device PA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0972800" cy="24688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Arial"/>
              </a:defRPr>
            </a:pPr>
            <a:r>
              <a:t>TX Power / Voltage Telemetry (0x1F00, 34 bytes)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Reverse-engineered 2026-06-25 from expert_40m_drive.pcap (full 40m drive sweep):</a:t>
            </a:r>
            <a:br/>
            <a:br/>
            <a:r>
              <a:t>  off30  f32  Forward Power (PEP) in WATTS — direct float, no fit needed</a:t>
            </a:r>
            <a:br/>
            <a:r>
              <a:t>  off22  f32  Average forward power (ratio to off30 ≈ SSB crest factor 3:1)</a:t>
            </a:r>
            <a:br/>
            <a:r>
              <a:t>  off16  u16  Supply voltage × 10 (~13.6V idle, sags under load, correlation with power=-0.79)</a:t>
            </a:r>
            <a:br/>
            <a:r>
              <a:t>  off18  f32  PA temperature °C (~42°C, barely moves)</a:t>
            </a:r>
            <a:br/>
            <a:r>
              <a:t>  off26  f32  Always 1.0000 (device placeholder)</a:t>
            </a:r>
            <a:br/>
            <a:br/>
            <a:r>
              <a:t>Frontend getTXTelem: watts, volts, temp.  NO SWR — device has no reverse-power field.</a:t>
            </a:r>
            <a:br/>
            <a:r>
              <a:t>Old off14 "power" was non-monotonic noise. Old off16/100 "SWR" was actually supply voltage.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08.  PTT Safety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Multi-layer defense against stuck transmitter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3152" cy="82296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BE0"/>
                </a:solidFill>
                <a:latin typeface="Arial"/>
              </a:defRPr>
            </a:pPr>
            <a: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ACK Retry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Frontend retries setPTT:true up to 3 times. If no ACK, does NOT stream audio.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09728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73152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Arial"/>
              </a:defRPr>
            </a:pPr>
            <a: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450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Watchdog Timer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Frontend 3-second watchdog. If no heartbeat during TX, auto-releases PTT.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109728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56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Arial"/>
              </a:defRPr>
            </a:pPr>
            <a:r>
              <a:t>Layer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56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Forced-RX Handler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Server s: handler: clears PCM queue, resets modulator, calls radio.set_ptt(False).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09728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73152" cy="822960"/>
          </a:xfrm>
          <a:prstGeom prst="rect">
            <a:avLst/>
          </a:prstGeom>
          <a:solidFill>
            <a:srgbClr val="A06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62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0FF"/>
                </a:solidFill>
                <a:latin typeface="Arial"/>
              </a:defRPr>
            </a:pPr>
            <a:r>
              <a:t>Layer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TX Pacer 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TX IQ pacer stops on PTT de-assert. tx_thread_stop flag + join(1.0s).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94960"/>
            <a:ext cx="10972800" cy="82296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394960"/>
            <a:ext cx="73152" cy="8229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68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700"/>
                </a:solidFill>
                <a:latin typeface="Arial"/>
              </a:defRPr>
            </a:pPr>
            <a:r>
              <a:t>Layer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4681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Device Watchdog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EC4"/>
                </a:solidFill>
                <a:latin typeface="Arial"/>
              </a:defRPr>
            </a:pPr>
            <a:r>
              <a:t>SunSDR2 DX firmware: kills TX after ~3s silence. Hardware-level safety net.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400800"/>
            <a:ext cx="10972800" cy="27432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190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09A"/>
                </a:solidFill>
                <a:latin typeface="Arial"/>
              </a:defRPr>
            </a:pPr>
            <a:r>
              <a:t>All PTT safety layers operate at WebSocket command level — independent of DSP modulation path. WDSP TX C-chain removal has no bearing on PTT safety.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09.  WDSP Integration (RX-Only)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libwdsp.dylib — AGC, NR2, NB, ANF for receive path. TX C-chain removed.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E0"/>
                </a:solidFill>
                <a:latin typeface="Arial"/>
              </a:defRPr>
            </a:pPr>
            <a:r>
              <a:t>RX Audio Channel (ch0) @ 16kHz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OpenChannel(type=0, RXA): buffer=256, rate=16000</a:t>
            </a:r>
            <a:br/>
            <a:r>
              <a:t>Chain: AGC(SLOW) → NR2(level 50, AE zeta/psi)</a:t>
            </a:r>
            <a:br/>
            <a:r>
              <a:t>  → NB(opt) → ANF(opt) → BP(200-3400Hz)</a:t>
            </a:r>
            <a:br/>
            <a:r>
              <a:t>  → EQ(10-band graphic)</a:t>
            </a:r>
            <a:br/>
            <a:br/>
            <a:r>
              <a:t>NR2: zeta 0.50→0.08, psi 0.01→0.08</a:t>
            </a:r>
            <a:br/>
            <a:r>
              <a:t>  (SetRXAEMNRgainLine does NOT exist in build)</a:t>
            </a:r>
            <a:br/>
            <a:br/>
            <a:r>
              <a:t>S-Meter: GetRXAMeter(ch0, 0) → double</a:t>
            </a:r>
            <a:br/>
            <a:r>
              <a:t>  restype=c_double critical for ARM64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Arial"/>
              </a:defRPr>
            </a:pPr>
            <a:r>
              <a:t>RX IQ Channel (ch1) @ 78125Hz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OpenChannel(type=0, RXA): buffer=1024, rate=78125</a:t>
            </a:r>
            <a:br/>
            <a:r>
              <a:t>IF-SDR: NR2/ANF on full-rate I/Q before demod</a:t>
            </a:r>
            <a:br/>
            <a:r>
              <a:t>  → WDSP demodulates at IQ rate</a:t>
            </a:r>
            <a:br/>
            <a:r>
              <a:t>  → Python [::5] decimation to 15625Hz</a:t>
            </a:r>
            <a:br/>
            <a:r>
              <a:t>  → Anti-alias bandpass 200-3400Hz</a:t>
            </a:r>
            <a:br/>
            <a:br/>
            <a:r>
              <a:t>fexchange0 on interleaved I/Q: [I0,Q0,I1,Q1,...]</a:t>
            </a:r>
            <a:br/>
            <a:r>
              <a:t>Output ratio calibrated on first block (~0.200)</a:t>
            </a:r>
            <a:br/>
            <a:br/>
            <a:r>
              <a:t>Spatial diversity (fexchange2) placeholder —</a:t>
            </a:r>
            <a:br/>
            <a:r>
              <a:t>  dual-ADC streaming not yet confirmed on SunSDR2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0972800" cy="228600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BE0"/>
                </a:solidFill>
                <a:latin typeface="Arial"/>
              </a:defRPr>
            </a:pPr>
            <a:r>
              <a:t>WDSP Commands (RX-only, via /WSCTRX)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Enabled: setWDSPEnabled  |  NR2: setWDSPNR2 (0-100)  |  AGC: setWDSPAGC (OFF/0..FAST/4)  |  NB: setWDSPNB  |  ANF: setWDSPANF</a:t>
            </a:r>
            <a:br/>
            <a:r>
              <a:t>NF: setWDSPNF  |  Squelch: setWDSPSquelch(dB)  |  Notches: addWDSPNotch  |  EQ: setWDSPEQ  |  AGC params: Attack/Decay/Hang (ms)</a:t>
            </a:r>
            <a:br/>
            <a:r>
              <a:t>Query: getWDSPStatus → JSON (RX state — no TX chain state returned)</a:t>
            </a:r>
            <a:br/>
            <a:br/>
            <a:r>
              <a:t>TX C-chain commands (setWDSPTXEnabled, setWDSPDEXP, setWDSPCFC, setWDSPLeveler, setWDSPALC, setWDSPTXEQ,</a:t>
            </a:r>
            <a:br/>
            <a:r>
              <a:t>setWDSPCFCPrecomp, setWDSPDEXPThresh) — REMOVED in V3.5.  Python Hilbert is sole SSB modulation path.</a:t>
            </a:r>
            <a:br/>
            <a:br/>
            <a:r>
              <a:t>WDSP is optional — demods work without it; get_wdsp_status() reports available: true/false.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10.  Architecture Decisions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16 ADs with rationale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FastAPI over Tornado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6459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Modern async, WS 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417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Direct UDP over TCI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6459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Lower latency, no TCI overhead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0574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 is DSP-owned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2860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Hardware mode-agnostic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01168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057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0574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RX dual-codec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28600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Opus+PCM fallback, 1-byte tag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26974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Spectrum server quantized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9260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512 uint8; 5KB/s mobile BW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65176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6974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HTTPS/WSS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29260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iOS Safari getUserMedia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91839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3755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33755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PTT multi-layer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56615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ACK+watchdog+forced-RX+HW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291839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33755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333755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WDSP is optional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56615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Demods work without libwdsp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3192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77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39776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TX SSB modulation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2062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Python Hilbert (sole path V3.5)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93192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9776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9776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Per-band TX power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2062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band_power.json, sqrt drive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7200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617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46177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Opus TX encoding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846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28kbps CBR, ctypes decoder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4572000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6177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E0"/>
                </a:solidFill>
                <a:latin typeface="Arial"/>
              </a:defRPr>
            </a:pPr>
            <a:r>
              <a:t>AD-012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6177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TX gain staging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84632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Preamp×1.5 + Drive×2.8 + HPF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212079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525779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53"/>
                </a:solidFill>
                <a:latin typeface="Arial"/>
              </a:defRPr>
            </a:pPr>
            <a:r>
              <a:t>AD-013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37360" y="525779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WDSP TX C-chain removed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37360" y="548639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fexchange0 ch2=zero output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5212079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25779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53"/>
                </a:solidFill>
                <a:latin typeface="Arial"/>
              </a:defRPr>
            </a:pPr>
            <a:r>
              <a:t>AD-014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2360" y="525779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SAB Ring Buffer for TX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52360" y="548639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Zero-main-thread audio path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5852159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5897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53"/>
                </a:solidFill>
                <a:latin typeface="Arial"/>
              </a:defRPr>
            </a:pPr>
            <a:r>
              <a:t>AD-015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37360" y="589787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300Hz HPF for SSB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37360" y="612647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69%→96% band efficiency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5852159"/>
            <a:ext cx="54864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58978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853"/>
                </a:solidFill>
                <a:latin typeface="Arial"/>
              </a:defRPr>
            </a:pPr>
            <a:r>
              <a:t>AD-016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589787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COEP credentialless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6126479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Safari Worker importScripts compat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11.  TX Audio — Verified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End-to-end SDR pre-modulation analysis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IQ peak @100%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E0"/>
                </a:solidFill>
                <a:latin typeface="Arial"/>
              </a:defRPr>
            </a:pPr>
            <a:r>
              <a:t>0.69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IQ RMS @100%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E0"/>
                </a:solidFill>
                <a:latin typeface="Arial"/>
              </a:defRPr>
            </a:pPr>
            <a:r>
              <a:t>0.68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Signal-to-Noise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Arial"/>
              </a:defRPr>
            </a:pPr>
            <a:r>
              <a:t>37 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SSB band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Arial"/>
              </a:defRPr>
            </a:pPr>
            <a:r>
              <a:t>96%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60604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Frame dropouts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53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60604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Sub-300Hz (post-HPF)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Arial"/>
              </a:defRPr>
            </a:pPr>
            <a:r>
              <a:t>3.7%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Crest factor (100ms)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Arial"/>
              </a:defRPr>
            </a:pPr>
            <a:r>
              <a:t>11.3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048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DC offset (carrier leak)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97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Arial"/>
              </a:defRPr>
            </a:pPr>
            <a:r>
              <a:t>-99 dBc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84048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TX uplink jitter std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297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60FF"/>
                </a:solidFill>
                <a:latin typeface="Arial"/>
              </a:defRPr>
            </a:pPr>
            <a:r>
              <a:t>0.9 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Frame interval mean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53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60FF"/>
                </a:solidFill>
                <a:latin typeface="Arial"/>
              </a:defRPr>
            </a:pPr>
            <a:r>
              <a:t>23.5 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07492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MOS audio quality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53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60FF"/>
                </a:solidFill>
                <a:latin typeface="Arial"/>
              </a:defRPr>
            </a:pPr>
            <a:r>
              <a:t>4.5 / 5.0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5074920"/>
            <a:ext cx="3566160" cy="10058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SAB ring buffer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532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Arial"/>
              </a:defRPr>
            </a:pPr>
            <a:r>
              <a:t>1.024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Source: post-DC-block WAV analysis (post-HPF) + TX uplink CSV jitter analysis  ·  June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12.  Known Gaps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Implemented vs. planned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TX SSB Modulation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7335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Python Hilbert overlap-save. Verified: 37dB SNR, 96% efficiency, 0 dropouts. SAB ring buffer active.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29967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1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0311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Per-band TX Power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331719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band_power.json, /api/band_power, Band Power menu. DRIVE 0x0017 sqrt mapping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88336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761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TX Power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9008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0x1F00: off30=f32 watts PEP, off16=u16/10 volts, off18=f32 temp. No SWR (no reverse-power HW).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46704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1985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198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300Hz HPF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648456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4th-order Butterworth. SSB efficiency 69%→96%. Post-HPF verified: sub-300Hz=3.7%.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05072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782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Sample Rate Selector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306824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39/78/156/312kHz via 0x0001 HW_INIT word[11]. Frontend menu. Full re-boot required.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365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7365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ATR-1000 Tuner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65192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/WSATR1000 accepts connections; no hardware interface yet.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21808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94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Memory Channels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23560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/api/mem_channels GET/POST + JSON persistence. UI needs polish.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80176"/>
            <a:ext cx="10972800" cy="54864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533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60533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WDSP TX Re-eval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6281928"/>
            <a:ext cx="9875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09A"/>
                </a:solidFill>
                <a:latin typeface="Arial"/>
              </a:defRPr>
            </a:pPr>
            <a:r>
              <a:t>Removed V3.5 (zero IQ). Could revisit if libwdsp build confirmed TXA-compatible.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13.  Version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09A"/>
                </a:solidFill>
                <a:latin typeface="Arial"/>
              </a:defRPr>
            </a:pPr>
            <a:r>
              <a:t>SDD evolution V3.0 → V3.5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" cy="640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Initial SDD: 12 chapters, 8 ADs, system context, component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097280" cy="640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2026-06-23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560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PTT safety (AD-007), WDSP optional (AD-008), TX SSB modulation (AD-009)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097280" cy="640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V3.2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2026-06-24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290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Per-band power (AD-010), Opus TX (AD-011), TX gain staging (AD-012)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1097280" cy="640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V3.3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02335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2026-06-26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9767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TX power telemetry (0x1F00) reverse-engineered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097280" cy="640080"/>
          </a:xfrm>
          <a:prstGeom prst="roundRect">
            <a:avLst/>
          </a:prstGeom>
          <a:solidFill>
            <a:srgbClr val="15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V3.4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2026-06-28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66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TX telemetry field corrections. Architecture diagrams.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715000"/>
            <a:ext cx="1097280" cy="6400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V3.5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760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2026-06-30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6035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EC4"/>
                </a:solidFill>
                <a:latin typeface="Arial"/>
              </a:defRPr>
            </a:pPr>
            <a:r>
              <a:t>★ WDSP TX removed (AD-013). SAB ring buffer (AD-014). 300Hz HPF (AD-015). COEP credentialless (AD-016). Continuous DC blocker. Pre-bound IQ socket. Keep-alive thread. TX verified: IQ peak=0.69, 37dB SNR, 96% efficiency, 0 dropouts.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852160"/>
            <a:ext cx="5486400" cy="640080"/>
          </a:xfrm>
          <a:prstGeom prst="round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Current: V3.5 (June 30, 2026)  ·  16 ADs  ·  16 SDD Chapters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8909A"/>
                </a:solidFill>
                <a:latin typeface="Arial"/>
              </a:defRPr>
            </a:pPr>
            <a:r>
              <a:t>SunMRRC SDD V3.5  ·  SunSDR2 DX Mobile Remote Control  ·  June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SunMRRC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BE0"/>
                </a:solidFill>
                <a:latin typeface="Arial"/>
              </a:defRPr>
            </a:pPr>
            <a:r>
              <a:t>Software Design Description  ·  V3.5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017520"/>
            <a:ext cx="3931920" cy="25400"/>
          </a:xfrm>
          <a:prstGeom prst="rect">
            <a:avLst/>
          </a:prstGeom>
          <a:solidFill>
            <a:srgbClr val="009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09A"/>
                </a:solidFill>
                <a:latin typeface="Arial"/>
              </a:defRPr>
            </a:pPr>
            <a:r>
              <a:t>SunSDR2 DX Web-Based Mobile Remote Radio Control</a:t>
            </a:r>
            <a:br/>
            <a:r>
              <a:t>16 Architecture Decisions  ·  16 SDD Chapters  ·  5 WebSocket Endpoints</a:t>
            </a:r>
            <a:br/>
            <a:r>
              <a:t>TX Verified: 37dB SNR  ·  96% SSB Efficiency  ·  Zero Dropouts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BE0"/>
                </a:solidFill>
                <a:latin typeface="Arial"/>
              </a:defRPr>
            </a:pPr>
            <a:r>
              <a:t>4.5/5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09A"/>
                </a:solidFill>
                <a:latin typeface="Arial"/>
              </a:defRPr>
            </a:pPr>
            <a:r>
              <a:t>MOS Audio</a:t>
            </a:r>
            <a:br/>
            <a:r>
              <a:t>Quality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BE0"/>
                </a:solidFill>
                <a:latin typeface="Arial"/>
              </a:defRPr>
            </a:pPr>
            <a: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09A"/>
                </a:solidFill>
                <a:latin typeface="Arial"/>
              </a:defRPr>
            </a:pPr>
            <a:r>
              <a:t>SSB Power</a:t>
            </a:r>
            <a:br/>
            <a: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BE0"/>
                </a:solidFill>
                <a:latin typeface="Arial"/>
              </a:defRPr>
            </a:pPr>
            <a:r>
              <a:t>37dB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09A"/>
                </a:solidFill>
                <a:latin typeface="Arial"/>
              </a:defRPr>
            </a:pPr>
            <a:r>
              <a:t>Signal-to</a:t>
            </a:r>
            <a:br/>
            <a:r>
              <a:t>Noise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BE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09A"/>
                </a:solidFill>
                <a:latin typeface="Arial"/>
              </a:defRPr>
            </a:pPr>
            <a:r>
              <a:t>Frame</a:t>
            </a:r>
            <a:br/>
            <a:r>
              <a:t>Dropouts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45720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9BE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09A"/>
                </a:solidFill>
                <a:latin typeface="Arial"/>
              </a:defRPr>
            </a:pPr>
            <a:r>
              <a:t>Architecture</a:t>
            </a:r>
            <a:br/>
            <a:r>
              <a:t>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62179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09A"/>
                </a:solidFill>
                <a:latin typeface="Arial"/>
              </a:defRPr>
            </a:pPr>
            <a:r>
              <a:t>June 30, 2026  ·  github.com/cheenle/sunsdr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